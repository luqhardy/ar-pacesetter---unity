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タイトル。プロダクト名と一言コンセプト、体制。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725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 Vision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次世代ARランニング支援システム — 開発成果発表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 3.0m先を走る「過去の自分」と、視線を上げたまま走る 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T_KANNAGI（Aチーム）　協力: ソラド株式会社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ランナーが抱える「情報のジレンマ」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企画書 §2 — なぜ腕時計では足りないのか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F3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視線移動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ペース確認のたびに腕時計を見る。フォームが崩れ、前方不注意のリスク。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F3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6344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認知負荷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663440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「キロ4分30秒」を脳内で計算して脚に反映。ゾーン(没入)への進入を妨げる。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41F35"/>
          </a:solidFill>
          <a:ln/>
        </p:spPr>
      </p:sp>
      <p:sp>
        <p:nvSpPr>
          <p:cNvPr id="13" name="Text 11"/>
          <p:cNvSpPr/>
          <p:nvPr/>
        </p:nvSpPr>
        <p:spPr>
          <a:xfrm>
            <a:off x="845820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58200" y="2880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単独走の精神負荷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58200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一人で設定ペースを守り続けるストレス。肉体より先に心が折れる。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解くべき問題:「数値の確認」を「直感的な追随」に変えること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ソリューション: 3.0m先を走る半透明の相棒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視線は前方のまま。アバターとの距離感だけでペースがわかる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141F3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9384"/>
            <a:ext cx="457200" cy="457200"/>
          </a:xfrm>
          <a:prstGeom prst="ellipse">
            <a:avLst/>
          </a:prstGeom>
          <a:solidFill>
            <a:srgbClr val="00EFF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9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08760" y="18745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先行追従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2585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常にユーザーの3.0m前方。GPS移動ベクトルの1.5秒移動平均で首振りに揺れない(Gaze Lock)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3008376"/>
            <a:ext cx="457200" cy="457200"/>
          </a:xfrm>
          <a:prstGeom prst="ellipse">
            <a:avLst/>
          </a:prstGeom>
          <a:solidFill>
            <a:srgbClr val="00EF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29535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直感フィードバック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遅れると離れていく/速いと追いつく。エラスティックバンドで自然な距離維持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4087368"/>
            <a:ext cx="457200" cy="457200"/>
          </a:xfrm>
          <a:prstGeom prst="ellipse">
            <a:avLst/>
          </a:prstGeom>
          <a:solidFill>
            <a:srgbClr val="00E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403250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多感覚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441655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足音・呼吸音(心拍連動)を3D空間音響で再生。視覚に頼り切らない没入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5166360"/>
            <a:ext cx="457200" cy="457200"/>
          </a:xfrm>
          <a:prstGeom prst="ellipse">
            <a:avLst/>
          </a:prstGeom>
          <a:solidFill>
            <a:srgbClr val="00EFFF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08760" y="511149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自律アクション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549554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10m離れると立ち止まって手招き/障害物の前では足踏み/GPS復帰で頷く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0" y="164592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1B2A47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3デバイス構成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863840" y="251460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41F35"/>
          </a:solidFill>
          <a:ln/>
        </p:spPr>
      </p:sp>
      <p:sp>
        <p:nvSpPr>
          <p:cNvPr id="24" name="Text 22"/>
          <p:cNvSpPr/>
          <p:nvPr/>
        </p:nvSpPr>
        <p:spPr>
          <a:xfrm>
            <a:off x="8092440" y="2624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iPhone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92440" y="2990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演算・状態管理・SwiftUI + Unity(UaaL)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0" y="365760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41F35"/>
          </a:solidFill>
          <a:ln/>
        </p:spPr>
      </p:sp>
      <p:sp>
        <p:nvSpPr>
          <p:cNvPr id="27" name="Text 25"/>
          <p:cNvSpPr/>
          <p:nvPr/>
        </p:nvSpPr>
        <p:spPr>
          <a:xfrm>
            <a:off x="809244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XREAL One/Eye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92440" y="4133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透過投影(アバター+HUD)・IMU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0" y="480060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141F35"/>
          </a:solidFill>
          <a:ln/>
        </p:spPr>
      </p:sp>
      <p:sp>
        <p:nvSpPr>
          <p:cNvPr id="30" name="Text 28"/>
          <p:cNvSpPr/>
          <p:nvPr/>
        </p:nvSpPr>
        <p:spPr>
          <a:xfrm>
            <a:off x="8092440" y="4910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Apple Watch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92440" y="52760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心拍・ピッチ(HealthKit)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科学的根拠を、そのまま機能にした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調査報告書 第1章 → ゴースト機能(実装済み)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141F3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1965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集団走のRPE低下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819656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同じ速度でも集団走は単独走より主観的にラク(長谷川ら 2019)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12480" y="1819656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視界に常駐する伴走アバター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172968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141F35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30098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ケーラー効果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300984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少し速い相手と走ると運動持続時間が延びる(笹越 2021)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0" y="3300984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エラスティックバンド速度制御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54296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141F35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782312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過去の自分との競走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97680" y="4782312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自己ベストの自分と競走→無酸素性エネルギーが解放されタイム短縮(Corbett 2012)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0" y="478231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ゴースト機能: 5秒毎のペース記録を再生し「あの日の自分」と競走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 → 実装のトレーサビリティが本プロジェクトの独自性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実装した機能(Unity 18 + Swift 9)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企画書 §3 の主要機能を全て実装 — 詳細は基本設計書v2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41F3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842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空間制御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9631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3m先行・接地スナップ・コーナー旋回・追い抜き挙動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41F35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9842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GPS耐性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17720" y="249631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喪失→慣性5s→フェード→復帰(粒子集積+頷き)の5状態FSM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78308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41F35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19842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音響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49631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足音/呼吸音/環境適応音量 — 全て実行時合成(アセット0)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B2A47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33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走行分析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464515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シンクロ率・スプリット・疲労推定(猛暑補正)・4段階リザルト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93192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B2A47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4133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ゴースト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617720" y="464515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過去走行の速度プロファイル再生。履歴から1タップで競走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93192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B2A47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4133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12480" y="4645152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TTC警告(赤点滅+音+振動)・電池退避・セーフティログ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SwiftUI側: オンボーディング/デバイス接続/走行設定/走行画面(Unity埋込)/統計/履歴 + 実測センサー(CoreLocation・HealthKit)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アーキテクチャ: SwiftUI × Unity モノレポ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Unity as a Library — 1つのXcodeアプリに統合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41F3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SwiftUI (ホスト)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画面遷移・走行設定・統計/履歴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CoreLocation: 実測距離/速度(背景対応)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HealthKit: Watch心拍のリアルタイム購読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UnityLauncher: runEmbeddedでUnity起動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73736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41F35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Unity (UnityFramework)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66560" y="2468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アバター空間制御・HUD・音響・VFX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走行分析・記録(JSON DB)・ゴースト再生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起動時に全マネージャー自動生成(配線不要)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実測M2Pレイテンシを1Hzで報告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⇄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JSONメッセージ契約: StartSession / UpdateMetrics / EndSession / RequestHistory / ConnectXREAL ⇄ SyncRate / AvatarState / GPS / SessionEnded / History / LowBattery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品質保証: ヘッドレスE2E自動検証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走行・ゴール・ゴースト再走・追い抜き・障害物・逸脱復帰・離隔待機・コーナー・GPS復帰・HUD抑制 を自動判定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32/32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検証項目 全PASS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920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6°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38328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コーナー接線方位誤差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(半径36.5m・1/4周)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0" y="1920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1.0-2.4m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21792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旋回中の先行距離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(目標3m・ワープなし)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52560" y="1920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exit 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05256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CLI実行・CI組込可能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141F35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0233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検出→修正の実例(このプロセス自体が成果)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52628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GPS報告が途絶えると古い距離が記録に固まる → 5秒の鮮度チェックでフォールバック(修正済)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距離ソースの二重供給でスプリット判定が揺れる → Swift主導時はUnity計測を停止(修正済)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検証側の円弧数学ミスでカメラが逆走 → アバターは逆走にも正しく追従(頑健性の証明)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Unityエディタで実演(キー操作)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基本走行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START RUN → 5:00/kmで3m先を伴走。ペース変更で加減速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追い抜き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O/Pキー — 譲る動作 / スプリントで抜き返し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3375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GPS喪失→復帰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 → 慣性走行 → フェード消滅 → R+A → 粒子集積で再登場+頷き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004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3375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バイタル警告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3749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Vキー — 心拍195で深青に変化+「落ち着け」サイン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754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ゴースト競走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1本走ってゴール → 過去の自分のペース配分でアバターが走る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177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141F35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754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 E2E自動検証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Build → Run E2E Scenario — 20項目が自動でPASSしていく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A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実機(iPhone+XREAL)デモは統合ビルド完了後に追加予定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今後のロードマップ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23774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41F35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6517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Mac統合ビルド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35204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UnityFramework組込→iPhone実機で全フロー確認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429000" y="23774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41F3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0" y="26517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XREAL SDK統合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5204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グラス透過投影への表示出力・IMU 100Hz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3774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41F35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6517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陸上トラック実証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35204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企画書§6: 400mトラックでスタート→ゴール完遂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06840" y="237744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41F35"/>
          </a:solidFill>
          <a:ln/>
        </p:spPr>
      </p:sp>
      <p:sp>
        <p:nvSpPr>
          <p:cNvPr id="13" name="Text 11"/>
          <p:cNvSpPr/>
          <p:nvPr/>
        </p:nvSpPr>
        <p:spPr>
          <a:xfrm>
            <a:off x="9235440" y="265176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技術資産譲渡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35440" y="352044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HANDOVER.md+基本設計書v2でソラド社へ引き継ぎ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E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「陸上トラックにおけるARペーシング技術の完全確立」へ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2026-07-13T00:27:52Z</dcterms:created>
  <dcterms:modified xsi:type="dcterms:W3CDTF">2026-07-13T00:27:52Z</dcterms:modified>
</cp:coreProperties>
</file>